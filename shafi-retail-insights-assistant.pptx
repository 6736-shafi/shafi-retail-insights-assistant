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60"/>
    <p:restoredTop sz="94676"/>
  </p:normalViewPr>
  <p:slideViewPr>
    <p:cSldViewPr snapToGrid="0">
      <p:cViewPr>
        <p:scale>
          <a:sx n="114" d="100"/>
          <a:sy n="114" d="100"/>
        </p:scale>
        <p:origin x="320" y="9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D1F670-C08A-11F9-F433-3EFE8E3037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B4F6D7-DB52-5AAB-5F41-C6437E0D36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E1169D-A97C-0A7E-C0E3-5A94C84F24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AFC35-CAED-014D-AFF6-0C8C80CDE4B6}" type="datetimeFigureOut">
              <a:rPr lang="en-US" smtClean="0"/>
              <a:t>11/27/25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89E703-015E-B33A-D7CB-06EBD16403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DD487E-F57B-EA66-F6C6-64F72CCED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6D0004-A423-2A40-8A3B-A47D2C1B8D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01376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CF5546-E5DD-78B7-9D45-8F8FA43CBB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19A333-CEEB-1DB6-58B8-E020559B61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EB195B-D9A4-3E6B-4214-C882F9C966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AFC35-CAED-014D-AFF6-0C8C80CDE4B6}" type="datetimeFigureOut">
              <a:rPr lang="en-US" smtClean="0"/>
              <a:t>11/27/25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040F68-B643-04BC-8C4D-075BAF0D2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5F807E-EC4D-EE39-52A6-359A9FDB53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6D0004-A423-2A40-8A3B-A47D2C1B8D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6474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1B6146-D322-F7E6-59F6-FF820EDC28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E2B860-9181-32E7-A7CB-8D826BB9C8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50477D-4FB1-DEAC-C811-B5BFE677C3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AFC35-CAED-014D-AFF6-0C8C80CDE4B6}" type="datetimeFigureOut">
              <a:rPr lang="en-US" smtClean="0"/>
              <a:t>11/27/25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4303D-232C-DF44-5795-6126DCA330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4564BD-E5E6-6E0F-1A31-677D8ECC7C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6D0004-A423-2A40-8A3B-A47D2C1B8D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28678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9974FF-B2B6-63CE-43B6-EB15B297F0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85B907-0F50-008C-09A9-5403E4CFD2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E6C05D-91E0-5935-8E7D-B329B97F65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0CBE64-335E-D10F-52B1-BE0D6EC349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AFC35-CAED-014D-AFF6-0C8C80CDE4B6}" type="datetimeFigureOut">
              <a:rPr lang="en-US" smtClean="0"/>
              <a:t>11/27/25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143695-36B8-1280-D96D-B38179D4C9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D8F9E5-82B0-C6EA-EF86-21CA9D917C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6D0004-A423-2A40-8A3B-A47D2C1B8D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69477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30B22D-74A1-25E2-9FD2-CB3F6296D6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B577F7-1E55-0826-B98F-642D0E88E0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158F4E-8E91-CDA2-78F0-43A49E6283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5A67750-7977-5C27-7D29-9E10965C73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EE819DE-37C3-EB69-CB2E-2170925E80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50C3CC7-D6B7-C0FC-59CD-C58AC7E0A2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AFC35-CAED-014D-AFF6-0C8C80CDE4B6}" type="datetimeFigureOut">
              <a:rPr lang="en-US" smtClean="0"/>
              <a:t>11/27/25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477C47D-2541-445D-1DF6-E093492358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DC72A82-49A3-65EA-5847-4A7C54F93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6D0004-A423-2A40-8A3B-A47D2C1B8D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40613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D8B943-477C-E5A5-6FFE-4D91536FD8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2310645-FCF8-A287-029C-B42F07C476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AFC35-CAED-014D-AFF6-0C8C80CDE4B6}" type="datetimeFigureOut">
              <a:rPr lang="en-US" smtClean="0"/>
              <a:t>11/27/25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731D8D6-BAA8-7A4C-E98A-FBAD12239A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F2EB24-44A3-CE9F-D166-B8E8B7A852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6D0004-A423-2A40-8A3B-A47D2C1B8D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6165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7707927-3203-2CFB-C1A1-1E7B95F4E6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AFC35-CAED-014D-AFF6-0C8C80CDE4B6}" type="datetimeFigureOut">
              <a:rPr lang="en-US" smtClean="0"/>
              <a:t>11/27/25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3BA5D4D-B3DF-5C0B-C7E6-64770226C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44F99E-6485-0D33-968D-5B8A70B054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6D0004-A423-2A40-8A3B-A47D2C1B8D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6353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AAB7B9-721A-2A7C-B608-C6ED28242D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113B3B-30CD-04D3-62E0-8B7F7A2FB5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1EBC57-6D3C-61CD-B003-262A9DA860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CEB1F6-9EB1-22F7-EEC4-49CE7E780E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AFC35-CAED-014D-AFF6-0C8C80CDE4B6}" type="datetimeFigureOut">
              <a:rPr lang="en-US" smtClean="0"/>
              <a:t>11/27/25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9D58FD-CB99-E86F-4CAF-A91AAC18F3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CEA0CD-4C78-5AC7-9589-7794EFEC3C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6D0004-A423-2A40-8A3B-A47D2C1B8D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09845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639AE8-9E9B-B39E-3071-E86902DC0A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2BB31C-9900-B95C-40D3-3ACAFA5D42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4B4A1F-83A5-6E35-BBA5-5773DC5483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EABEEE-1D6A-D919-7D43-ACD7943D51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AFC35-CAED-014D-AFF6-0C8C80CDE4B6}" type="datetimeFigureOut">
              <a:rPr lang="en-US" smtClean="0"/>
              <a:t>11/27/25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AF0207-0436-07E6-569B-8EA7716A6D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C920AE-7DB5-DD69-89DF-652BFD327F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6D0004-A423-2A40-8A3B-A47D2C1B8D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54234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BCAC4-F777-E066-C5CB-4FB57D8CBB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C6A9F7-E5AA-41E6-AB27-10EFFDDA60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26D1DF-734C-C3B3-6367-74C3590F25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AFC35-CAED-014D-AFF6-0C8C80CDE4B6}" type="datetimeFigureOut">
              <a:rPr lang="en-US" smtClean="0"/>
              <a:t>11/27/25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CFB64E-C6A7-B4A9-7E66-649D98A22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DAB0DD-6DFF-09C2-100B-6271E1DD5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6D0004-A423-2A40-8A3B-A47D2C1B8D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18116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84FC80D-CE49-6DC5-3DC1-A76EA3087F1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A3C874-18FB-53B5-112B-16BD7E7489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3109A6-361A-67C9-B611-EDA8F6F178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AFC35-CAED-014D-AFF6-0C8C80CDE4B6}" type="datetimeFigureOut">
              <a:rPr lang="en-US" smtClean="0"/>
              <a:t>11/27/25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D698D1-0055-A40B-EA6D-D422E5954E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82E3E3-23B6-ABC6-FE6F-984B8C6E94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6D0004-A423-2A40-8A3B-A47D2C1B8D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25513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CBE307D-2B01-DF1B-94BB-C1513B6C9E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94A63A-37D8-56DF-C0E0-066235B15A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5A66C0-1FDA-B875-BA6D-15B8273102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CAFC35-CAED-014D-AFF6-0C8C80CDE4B6}" type="datetimeFigureOut">
              <a:rPr lang="en-US" smtClean="0"/>
              <a:t>11/27/25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2E2C8B-EEEC-2DB5-E74F-E4A34DA938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30F455-DD67-81C8-6E60-BE1C2D6EEF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F6D0004-A423-2A40-8A3B-A47D2C1B8D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1206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oogle.com/search?sca_esv=b74eefdfd26e44e7&amp;rlz=1C5GCEM_enIN1097IN1097&amp;sxsrf=AE3TifP24dKfanzQcRsOp3DITMkGPIOHWA:1764215900693&amp;q=Proposed+architecture&amp;spell=1&amp;sa=X&amp;ved=2ahUKEwiApMWwuJGRAxVFcmwGHRmLGFUQkeECKAB6BAgQEAE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oogle.com/search?sca_esv=b74eefdfd26e44e7&amp;rlz=1C5GCEM_enIN1097IN1097&amp;sxsrf=AE3TifP24dKfanzQcRsOp3DITMkGPIOHWA:1764215900693&amp;q=Proposed+architecture&amp;spell=1&amp;sa=X&amp;ved=2ahUKEwiApMWwuJGRAxVFcmwGHRmLGFUQkeECKAB6BAgQEAE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D677E50-8CD6-7832-30E1-C0A96CE910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20" y="249942"/>
            <a:ext cx="12068580" cy="648539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6D49B67-83A9-248D-68DC-3029BEF9FC81}"/>
              </a:ext>
            </a:extLst>
          </p:cNvPr>
          <p:cNvSpPr txBox="1"/>
          <p:nvPr/>
        </p:nvSpPr>
        <p:spPr>
          <a:xfrm>
            <a:off x="4393580" y="-78059"/>
            <a:ext cx="39363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i="1" dirty="0">
                <a:hlinkClick r:id="rId3"/>
              </a:rPr>
              <a:t>Proposed</a:t>
            </a:r>
            <a:r>
              <a:rPr lang="en-IN" dirty="0">
                <a:hlinkClick r:id="rId3"/>
              </a:rPr>
              <a:t> </a:t>
            </a:r>
            <a:r>
              <a:rPr lang="en-IN" b="1" i="1" dirty="0">
                <a:hlinkClick r:id="rId3"/>
              </a:rPr>
              <a:t>architecture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52597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8851D91-8E71-CA57-356D-522E63BA9C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507" y="1204331"/>
            <a:ext cx="12196507" cy="511841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9D13633-2273-1B60-298C-A1421CF2D66D}"/>
              </a:ext>
            </a:extLst>
          </p:cNvPr>
          <p:cNvSpPr txBox="1"/>
          <p:nvPr/>
        </p:nvSpPr>
        <p:spPr>
          <a:xfrm>
            <a:off x="4817327" y="323385"/>
            <a:ext cx="26985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i="1">
                <a:hlinkClick r:id="rId3"/>
              </a:rPr>
              <a:t>Current</a:t>
            </a:r>
            <a:r>
              <a:rPr lang="en-IN">
                <a:hlinkClick r:id="rId3"/>
              </a:rPr>
              <a:t> </a:t>
            </a:r>
            <a:r>
              <a:rPr lang="en-IN" b="1" i="1">
                <a:hlinkClick r:id="rId3"/>
              </a:rPr>
              <a:t>architecture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0330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</TotalTime>
  <Words>4</Words>
  <Application>Microsoft Macintosh PowerPoint</Application>
  <PresentationFormat>Widescreen</PresentationFormat>
  <Paragraphs>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Mdshafi Uddin</dc:creator>
  <cp:lastModifiedBy>Mdshafi Uddin</cp:lastModifiedBy>
  <cp:revision>1</cp:revision>
  <dcterms:created xsi:type="dcterms:W3CDTF">2025-11-27T01:51:10Z</dcterms:created>
  <dcterms:modified xsi:type="dcterms:W3CDTF">2025-11-27T04:01:51Z</dcterms:modified>
</cp:coreProperties>
</file>